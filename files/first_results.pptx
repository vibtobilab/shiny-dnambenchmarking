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9" r:id="rId4"/>
    <p:sldId id="258" r:id="rId5"/>
    <p:sldId id="260" r:id="rId6"/>
    <p:sldId id="266" r:id="rId7"/>
    <p:sldId id="267" r:id="rId8"/>
    <p:sldId id="265" r:id="rId9"/>
    <p:sldId id="261" r:id="rId10"/>
    <p:sldId id="263" r:id="rId11"/>
    <p:sldId id="262" r:id="rId12"/>
    <p:sldId id="264" r:id="rId13"/>
  </p:sldIdLst>
  <p:sldSz cx="12192000" cy="6858000"/>
  <p:notesSz cx="6858000" cy="9144000"/>
  <p:defaultTextStyle>
    <a:defPPr>
      <a:defRPr lang="en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E2E0DEC-7CD6-904F-A938-8CFDB8179320}" v="25" dt="2025-01-08T16:18:16.94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656"/>
  </p:normalViewPr>
  <p:slideViewPr>
    <p:cSldViewPr snapToGrid="0">
      <p:cViewPr varScale="1">
        <p:scale>
          <a:sx n="107" d="100"/>
          <a:sy n="107" d="100"/>
        </p:scale>
        <p:origin x="73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doardo Giuili" userId="7281f4df-3a81-4914-bca5-40c1f15b718d" providerId="ADAL" clId="{1E2E0DEC-7CD6-904F-A938-8CFDB8179320}"/>
    <pc:docChg chg="undo custSel addSld delSld modSld">
      <pc:chgData name="Edoardo Giuili" userId="7281f4df-3a81-4914-bca5-40c1f15b718d" providerId="ADAL" clId="{1E2E0DEC-7CD6-904F-A938-8CFDB8179320}" dt="2025-01-08T16:18:22.839" v="248" actId="20577"/>
      <pc:docMkLst>
        <pc:docMk/>
      </pc:docMkLst>
      <pc:sldChg chg="addSp delSp modSp mod">
        <pc:chgData name="Edoardo Giuili" userId="7281f4df-3a81-4914-bca5-40c1f15b718d" providerId="ADAL" clId="{1E2E0DEC-7CD6-904F-A938-8CFDB8179320}" dt="2025-01-08T16:00:26.737" v="194" actId="1076"/>
        <pc:sldMkLst>
          <pc:docMk/>
          <pc:sldMk cId="364228677" sldId="256"/>
        </pc:sldMkLst>
        <pc:spChg chg="add mod">
          <ac:chgData name="Edoardo Giuili" userId="7281f4df-3a81-4914-bca5-40c1f15b718d" providerId="ADAL" clId="{1E2E0DEC-7CD6-904F-A938-8CFDB8179320}" dt="2025-01-08T16:00:26.737" v="194" actId="1076"/>
          <ac:spMkLst>
            <pc:docMk/>
            <pc:sldMk cId="364228677" sldId="256"/>
            <ac:spMk id="2" creationId="{190D4C28-38A0-3063-9BB7-7032F8636564}"/>
          </ac:spMkLst>
        </pc:spChg>
        <pc:spChg chg="mod">
          <ac:chgData name="Edoardo Giuili" userId="7281f4df-3a81-4914-bca5-40c1f15b718d" providerId="ADAL" clId="{1E2E0DEC-7CD6-904F-A938-8CFDB8179320}" dt="2025-01-08T15:36:17.067" v="88" actId="20577"/>
          <ac:spMkLst>
            <pc:docMk/>
            <pc:sldMk cId="364228677" sldId="256"/>
            <ac:spMk id="25" creationId="{CFC91D74-B8C6-0F83-7C1D-A42E3F58050A}"/>
          </ac:spMkLst>
        </pc:spChg>
        <pc:picChg chg="del">
          <ac:chgData name="Edoardo Giuili" userId="7281f4df-3a81-4914-bca5-40c1f15b718d" providerId="ADAL" clId="{1E2E0DEC-7CD6-904F-A938-8CFDB8179320}" dt="2025-01-08T15:35:09.469" v="52" actId="478"/>
          <ac:picMkLst>
            <pc:docMk/>
            <pc:sldMk cId="364228677" sldId="256"/>
            <ac:picMk id="7" creationId="{5AA13D75-D5BD-DBEE-509E-912C1FFA67B3}"/>
          </ac:picMkLst>
        </pc:picChg>
      </pc:sldChg>
      <pc:sldChg chg="addSp delSp modSp mod">
        <pc:chgData name="Edoardo Giuili" userId="7281f4df-3a81-4914-bca5-40c1f15b718d" providerId="ADAL" clId="{1E2E0DEC-7CD6-904F-A938-8CFDB8179320}" dt="2025-01-08T15:58:34.584" v="174" actId="14100"/>
        <pc:sldMkLst>
          <pc:docMk/>
          <pc:sldMk cId="3669017226" sldId="258"/>
        </pc:sldMkLst>
        <pc:spChg chg="mod">
          <ac:chgData name="Edoardo Giuili" userId="7281f4df-3a81-4914-bca5-40c1f15b718d" providerId="ADAL" clId="{1E2E0DEC-7CD6-904F-A938-8CFDB8179320}" dt="2025-01-08T15:55:52.681" v="127" actId="20577"/>
          <ac:spMkLst>
            <pc:docMk/>
            <pc:sldMk cId="3669017226" sldId="258"/>
            <ac:spMk id="22" creationId="{9F758F2B-859F-A121-A736-80E364ADEC43}"/>
          </ac:spMkLst>
        </pc:spChg>
        <pc:picChg chg="add mod modCrop">
          <ac:chgData name="Edoardo Giuili" userId="7281f4df-3a81-4914-bca5-40c1f15b718d" providerId="ADAL" clId="{1E2E0DEC-7CD6-904F-A938-8CFDB8179320}" dt="2025-01-08T15:58:34.584" v="174" actId="14100"/>
          <ac:picMkLst>
            <pc:docMk/>
            <pc:sldMk cId="3669017226" sldId="258"/>
            <ac:picMk id="3" creationId="{8E02ADD6-14D5-0839-74E2-E323BACD3185}"/>
          </ac:picMkLst>
        </pc:picChg>
        <pc:picChg chg="add mod modCrop">
          <ac:chgData name="Edoardo Giuili" userId="7281f4df-3a81-4914-bca5-40c1f15b718d" providerId="ADAL" clId="{1E2E0DEC-7CD6-904F-A938-8CFDB8179320}" dt="2025-01-08T15:58:17.052" v="167" actId="1076"/>
          <ac:picMkLst>
            <pc:docMk/>
            <pc:sldMk cId="3669017226" sldId="258"/>
            <ac:picMk id="5" creationId="{467BBE33-B72D-6572-AB9B-52471121DEC7}"/>
          </ac:picMkLst>
        </pc:picChg>
        <pc:picChg chg="add mod modCrop">
          <ac:chgData name="Edoardo Giuili" userId="7281f4df-3a81-4914-bca5-40c1f15b718d" providerId="ADAL" clId="{1E2E0DEC-7CD6-904F-A938-8CFDB8179320}" dt="2025-01-08T15:58:25.819" v="171" actId="1036"/>
          <ac:picMkLst>
            <pc:docMk/>
            <pc:sldMk cId="3669017226" sldId="258"/>
            <ac:picMk id="7" creationId="{B96D51F3-5524-FC7D-8B76-893FA434E706}"/>
          </ac:picMkLst>
        </pc:picChg>
        <pc:picChg chg="del">
          <ac:chgData name="Edoardo Giuili" userId="7281f4df-3a81-4914-bca5-40c1f15b718d" providerId="ADAL" clId="{1E2E0DEC-7CD6-904F-A938-8CFDB8179320}" dt="2025-01-08T15:52:36.117" v="122" actId="478"/>
          <ac:picMkLst>
            <pc:docMk/>
            <pc:sldMk cId="3669017226" sldId="258"/>
            <ac:picMk id="14" creationId="{227101CB-1A6A-5953-2FAB-F37D5111996C}"/>
          </ac:picMkLst>
        </pc:picChg>
        <pc:picChg chg="del">
          <ac:chgData name="Edoardo Giuili" userId="7281f4df-3a81-4914-bca5-40c1f15b718d" providerId="ADAL" clId="{1E2E0DEC-7CD6-904F-A938-8CFDB8179320}" dt="2025-01-08T15:52:35.022" v="121" actId="478"/>
          <ac:picMkLst>
            <pc:docMk/>
            <pc:sldMk cId="3669017226" sldId="258"/>
            <ac:picMk id="16" creationId="{51B91720-3749-CB0F-BB8C-F4B82CB1E013}"/>
          </ac:picMkLst>
        </pc:picChg>
        <pc:picChg chg="del">
          <ac:chgData name="Edoardo Giuili" userId="7281f4df-3a81-4914-bca5-40c1f15b718d" providerId="ADAL" clId="{1E2E0DEC-7CD6-904F-A938-8CFDB8179320}" dt="2025-01-08T15:52:37.266" v="123" actId="478"/>
          <ac:picMkLst>
            <pc:docMk/>
            <pc:sldMk cId="3669017226" sldId="258"/>
            <ac:picMk id="18" creationId="{59720341-5B5C-B085-8122-552A19EDAA53}"/>
          </ac:picMkLst>
        </pc:picChg>
      </pc:sldChg>
      <pc:sldChg chg="addSp delSp modSp mod">
        <pc:chgData name="Edoardo Giuili" userId="7281f4df-3a81-4914-bca5-40c1f15b718d" providerId="ADAL" clId="{1E2E0DEC-7CD6-904F-A938-8CFDB8179320}" dt="2025-01-08T15:52:25.086" v="120" actId="1037"/>
        <pc:sldMkLst>
          <pc:docMk/>
          <pc:sldMk cId="3060121030" sldId="259"/>
        </pc:sldMkLst>
        <pc:spChg chg="mod">
          <ac:chgData name="Edoardo Giuili" userId="7281f4df-3a81-4914-bca5-40c1f15b718d" providerId="ADAL" clId="{1E2E0DEC-7CD6-904F-A938-8CFDB8179320}" dt="2025-01-08T15:50:57.563" v="100" actId="1076"/>
          <ac:spMkLst>
            <pc:docMk/>
            <pc:sldMk cId="3060121030" sldId="259"/>
            <ac:spMk id="15" creationId="{1115C567-75DB-5551-4DDE-073428818C0E}"/>
          </ac:spMkLst>
        </pc:spChg>
        <pc:picChg chg="add mod modCrop">
          <ac:chgData name="Edoardo Giuili" userId="7281f4df-3a81-4914-bca5-40c1f15b718d" providerId="ADAL" clId="{1E2E0DEC-7CD6-904F-A938-8CFDB8179320}" dt="2025-01-08T15:52:25.086" v="120" actId="1037"/>
          <ac:picMkLst>
            <pc:docMk/>
            <pc:sldMk cId="3060121030" sldId="259"/>
            <ac:picMk id="4" creationId="{8478AFE1-9E87-3A55-B9D3-730CAD9C00CB}"/>
          </ac:picMkLst>
        </pc:picChg>
        <pc:picChg chg="del">
          <ac:chgData name="Edoardo Giuili" userId="7281f4df-3a81-4914-bca5-40c1f15b718d" providerId="ADAL" clId="{1E2E0DEC-7CD6-904F-A938-8CFDB8179320}" dt="2025-01-08T15:51:00.152" v="101" actId="478"/>
          <ac:picMkLst>
            <pc:docMk/>
            <pc:sldMk cId="3060121030" sldId="259"/>
            <ac:picMk id="9" creationId="{1DBA9B0A-1F42-4EAC-2CFF-5AB4A5AEC4FA}"/>
          </ac:picMkLst>
        </pc:picChg>
      </pc:sldChg>
      <pc:sldChg chg="addSp delSp modSp mod">
        <pc:chgData name="Edoardo Giuili" userId="7281f4df-3a81-4914-bca5-40c1f15b718d" providerId="ADAL" clId="{1E2E0DEC-7CD6-904F-A938-8CFDB8179320}" dt="2025-01-08T16:17:47.428" v="218" actId="20577"/>
        <pc:sldMkLst>
          <pc:docMk/>
          <pc:sldMk cId="3078128407" sldId="260"/>
        </pc:sldMkLst>
        <pc:spChg chg="add mod">
          <ac:chgData name="Edoardo Giuili" userId="7281f4df-3a81-4914-bca5-40c1f15b718d" providerId="ADAL" clId="{1E2E0DEC-7CD6-904F-A938-8CFDB8179320}" dt="2025-01-08T15:59:29.671" v="184" actId="1076"/>
          <ac:spMkLst>
            <pc:docMk/>
            <pc:sldMk cId="3078128407" sldId="260"/>
            <ac:spMk id="2" creationId="{8C431A4A-78A2-0CF1-F9B3-651F338E1A8D}"/>
          </ac:spMkLst>
        </pc:spChg>
        <pc:spChg chg="add mod">
          <ac:chgData name="Edoardo Giuili" userId="7281f4df-3a81-4914-bca5-40c1f15b718d" providerId="ADAL" clId="{1E2E0DEC-7CD6-904F-A938-8CFDB8179320}" dt="2025-01-08T15:59:44.220" v="190" actId="1076"/>
          <ac:spMkLst>
            <pc:docMk/>
            <pc:sldMk cId="3078128407" sldId="260"/>
            <ac:spMk id="3" creationId="{2AF01F89-0221-2BDA-8CBA-6A7FEB70E5D6}"/>
          </ac:spMkLst>
        </pc:spChg>
        <pc:spChg chg="add del">
          <ac:chgData name="Edoardo Giuili" userId="7281f4df-3a81-4914-bca5-40c1f15b718d" providerId="ADAL" clId="{1E2E0DEC-7CD6-904F-A938-8CFDB8179320}" dt="2025-01-07T13:29:30.406" v="1" actId="22"/>
          <ac:spMkLst>
            <pc:docMk/>
            <pc:sldMk cId="3078128407" sldId="260"/>
            <ac:spMk id="3" creationId="{B8AADEDD-3B92-5F60-797B-75CD0F8F0496}"/>
          </ac:spMkLst>
        </pc:spChg>
        <pc:spChg chg="mod">
          <ac:chgData name="Edoardo Giuili" userId="7281f4df-3a81-4914-bca5-40c1f15b718d" providerId="ADAL" clId="{1E2E0DEC-7CD6-904F-A938-8CFDB8179320}" dt="2025-01-08T16:17:47.428" v="218" actId="20577"/>
          <ac:spMkLst>
            <pc:docMk/>
            <pc:sldMk cId="3078128407" sldId="260"/>
            <ac:spMk id="22" creationId="{A508D8DD-F963-1DB9-36D9-6063AEAB9463}"/>
          </ac:spMkLst>
        </pc:spChg>
        <pc:picChg chg="add del mod">
          <ac:chgData name="Edoardo Giuili" userId="7281f4df-3a81-4914-bca5-40c1f15b718d" providerId="ADAL" clId="{1E2E0DEC-7CD6-904F-A938-8CFDB8179320}" dt="2025-01-08T15:14:15.671" v="43" actId="478"/>
          <ac:picMkLst>
            <pc:docMk/>
            <pc:sldMk cId="3078128407" sldId="260"/>
            <ac:picMk id="3" creationId="{C415BE9B-69CD-C621-1990-7FE838970F96}"/>
          </ac:picMkLst>
        </pc:picChg>
        <pc:picChg chg="add mod">
          <ac:chgData name="Edoardo Giuili" userId="7281f4df-3a81-4914-bca5-40c1f15b718d" providerId="ADAL" clId="{1E2E0DEC-7CD6-904F-A938-8CFDB8179320}" dt="2025-01-08T16:17:43.160" v="207" actId="1076"/>
          <ac:picMkLst>
            <pc:docMk/>
            <pc:sldMk cId="3078128407" sldId="260"/>
            <ac:picMk id="5" creationId="{236B8F84-ABF9-3D84-A3A3-AF0443288F0E}"/>
          </ac:picMkLst>
        </pc:picChg>
        <pc:picChg chg="add del mod">
          <ac:chgData name="Edoardo Giuili" userId="7281f4df-3a81-4914-bca5-40c1f15b718d" providerId="ADAL" clId="{1E2E0DEC-7CD6-904F-A938-8CFDB8179320}" dt="2025-01-08T15:12:20.512" v="38" actId="478"/>
          <ac:picMkLst>
            <pc:docMk/>
            <pc:sldMk cId="3078128407" sldId="260"/>
            <ac:picMk id="5" creationId="{631D95BD-EE5D-9AAD-7A51-B2BB11DD88CC}"/>
          </ac:picMkLst>
        </pc:picChg>
        <pc:picChg chg="add del mod">
          <ac:chgData name="Edoardo Giuili" userId="7281f4df-3a81-4914-bca5-40c1f15b718d" providerId="ADAL" clId="{1E2E0DEC-7CD6-904F-A938-8CFDB8179320}" dt="2025-01-08T16:17:14.862" v="198" actId="478"/>
          <ac:picMkLst>
            <pc:docMk/>
            <pc:sldMk cId="3078128407" sldId="260"/>
            <ac:picMk id="6" creationId="{1F1B0B21-B99E-7DA0-B030-4ABD4AC4E1B2}"/>
          </ac:picMkLst>
        </pc:picChg>
        <pc:picChg chg="add del mod">
          <ac:chgData name="Edoardo Giuili" userId="7281f4df-3a81-4914-bca5-40c1f15b718d" providerId="ADAL" clId="{1E2E0DEC-7CD6-904F-A938-8CFDB8179320}" dt="2025-01-08T15:14:36.042" v="48" actId="478"/>
          <ac:picMkLst>
            <pc:docMk/>
            <pc:sldMk cId="3078128407" sldId="260"/>
            <ac:picMk id="7" creationId="{3BB8E071-51D6-1B31-3D24-0B27612D32C3}"/>
          </ac:picMkLst>
        </pc:picChg>
      </pc:sldChg>
      <pc:sldChg chg="modSp mod">
        <pc:chgData name="Edoardo Giuili" userId="7281f4df-3a81-4914-bca5-40c1f15b718d" providerId="ADAL" clId="{1E2E0DEC-7CD6-904F-A938-8CFDB8179320}" dt="2025-01-07T13:29:44.349" v="6" actId="20577"/>
        <pc:sldMkLst>
          <pc:docMk/>
          <pc:sldMk cId="2366360140" sldId="261"/>
        </pc:sldMkLst>
        <pc:spChg chg="mod">
          <ac:chgData name="Edoardo Giuili" userId="7281f4df-3a81-4914-bca5-40c1f15b718d" providerId="ADAL" clId="{1E2E0DEC-7CD6-904F-A938-8CFDB8179320}" dt="2025-01-07T13:29:44.349" v="6" actId="20577"/>
          <ac:spMkLst>
            <pc:docMk/>
            <pc:sldMk cId="2366360140" sldId="261"/>
            <ac:spMk id="22" creationId="{C5E44AF3-071C-CB18-3894-E5F040191BDD}"/>
          </ac:spMkLst>
        </pc:spChg>
      </pc:sldChg>
      <pc:sldChg chg="modSp mod">
        <pc:chgData name="Edoardo Giuili" userId="7281f4df-3a81-4914-bca5-40c1f15b718d" providerId="ADAL" clId="{1E2E0DEC-7CD6-904F-A938-8CFDB8179320}" dt="2025-01-07T13:29:48.388" v="8" actId="20577"/>
        <pc:sldMkLst>
          <pc:docMk/>
          <pc:sldMk cId="2735588386" sldId="263"/>
        </pc:sldMkLst>
        <pc:spChg chg="mod">
          <ac:chgData name="Edoardo Giuili" userId="7281f4df-3a81-4914-bca5-40c1f15b718d" providerId="ADAL" clId="{1E2E0DEC-7CD6-904F-A938-8CFDB8179320}" dt="2025-01-07T13:29:48.388" v="8" actId="20577"/>
          <ac:spMkLst>
            <pc:docMk/>
            <pc:sldMk cId="2735588386" sldId="263"/>
            <ac:spMk id="22" creationId="{5D9E39E2-C5B0-69F2-80CC-1C13E1874351}"/>
          </ac:spMkLst>
        </pc:spChg>
      </pc:sldChg>
      <pc:sldChg chg="modSp add mod">
        <pc:chgData name="Edoardo Giuili" userId="7281f4df-3a81-4914-bca5-40c1f15b718d" providerId="ADAL" clId="{1E2E0DEC-7CD6-904F-A938-8CFDB8179320}" dt="2025-01-07T13:29:38.498" v="4" actId="20577"/>
        <pc:sldMkLst>
          <pc:docMk/>
          <pc:sldMk cId="324864763" sldId="265"/>
        </pc:sldMkLst>
        <pc:spChg chg="mod">
          <ac:chgData name="Edoardo Giuili" userId="7281f4df-3a81-4914-bca5-40c1f15b718d" providerId="ADAL" clId="{1E2E0DEC-7CD6-904F-A938-8CFDB8179320}" dt="2025-01-07T13:29:38.498" v="4" actId="20577"/>
          <ac:spMkLst>
            <pc:docMk/>
            <pc:sldMk cId="324864763" sldId="265"/>
            <ac:spMk id="22" creationId="{27DBC7DE-681D-D44D-952B-283469A9CE64}"/>
          </ac:spMkLst>
        </pc:spChg>
      </pc:sldChg>
      <pc:sldChg chg="addSp delSp modSp add mod">
        <pc:chgData name="Edoardo Giuili" userId="7281f4df-3a81-4914-bca5-40c1f15b718d" providerId="ADAL" clId="{1E2E0DEC-7CD6-904F-A938-8CFDB8179320}" dt="2025-01-08T16:18:06.728" v="231" actId="20577"/>
        <pc:sldMkLst>
          <pc:docMk/>
          <pc:sldMk cId="2290624468" sldId="266"/>
        </pc:sldMkLst>
        <pc:spChg chg="mod">
          <ac:chgData name="Edoardo Giuili" userId="7281f4df-3a81-4914-bca5-40c1f15b718d" providerId="ADAL" clId="{1E2E0DEC-7CD6-904F-A938-8CFDB8179320}" dt="2025-01-08T16:18:06.728" v="231" actId="20577"/>
          <ac:spMkLst>
            <pc:docMk/>
            <pc:sldMk cId="2290624468" sldId="266"/>
            <ac:spMk id="22" creationId="{518EA403-FE94-728D-A184-6ADC1C46AEF8}"/>
          </ac:spMkLst>
        </pc:spChg>
        <pc:picChg chg="add mod">
          <ac:chgData name="Edoardo Giuili" userId="7281f4df-3a81-4914-bca5-40c1f15b718d" providerId="ADAL" clId="{1E2E0DEC-7CD6-904F-A938-8CFDB8179320}" dt="2025-01-08T16:18:03.310" v="224" actId="1076"/>
          <ac:picMkLst>
            <pc:docMk/>
            <pc:sldMk cId="2290624468" sldId="266"/>
            <ac:picMk id="5" creationId="{4C46EC50-C976-9E70-5B27-6E88EF5278EC}"/>
          </ac:picMkLst>
        </pc:picChg>
        <pc:picChg chg="del">
          <ac:chgData name="Edoardo Giuili" userId="7281f4df-3a81-4914-bca5-40c1f15b718d" providerId="ADAL" clId="{1E2E0DEC-7CD6-904F-A938-8CFDB8179320}" dt="2025-01-08T16:17:12.667" v="197" actId="478"/>
          <ac:picMkLst>
            <pc:docMk/>
            <pc:sldMk cId="2290624468" sldId="266"/>
            <ac:picMk id="6" creationId="{9AC95277-5902-4179-4511-05DF461946B4}"/>
          </ac:picMkLst>
        </pc:picChg>
      </pc:sldChg>
      <pc:sldChg chg="addSp delSp modSp add del mod">
        <pc:chgData name="Edoardo Giuili" userId="7281f4df-3a81-4914-bca5-40c1f15b718d" providerId="ADAL" clId="{1E2E0DEC-7CD6-904F-A938-8CFDB8179320}" dt="2025-01-08T16:18:22.839" v="248" actId="20577"/>
        <pc:sldMkLst>
          <pc:docMk/>
          <pc:sldMk cId="2152123225" sldId="267"/>
        </pc:sldMkLst>
        <pc:spChg chg="mod">
          <ac:chgData name="Edoardo Giuili" userId="7281f4df-3a81-4914-bca5-40c1f15b718d" providerId="ADAL" clId="{1E2E0DEC-7CD6-904F-A938-8CFDB8179320}" dt="2025-01-08T16:18:22.839" v="248" actId="20577"/>
          <ac:spMkLst>
            <pc:docMk/>
            <pc:sldMk cId="2152123225" sldId="267"/>
            <ac:spMk id="22" creationId="{09AEADC8-E4B4-29A6-E1E6-900EDA3C9B10}"/>
          </ac:spMkLst>
        </pc:spChg>
        <pc:picChg chg="add mod">
          <ac:chgData name="Edoardo Giuili" userId="7281f4df-3a81-4914-bca5-40c1f15b718d" providerId="ADAL" clId="{1E2E0DEC-7CD6-904F-A938-8CFDB8179320}" dt="2025-01-08T16:18:18.662" v="237" actId="1076"/>
          <ac:picMkLst>
            <pc:docMk/>
            <pc:sldMk cId="2152123225" sldId="267"/>
            <ac:picMk id="5" creationId="{2691DB99-5532-1A2C-F263-DA3A628F5CAB}"/>
          </ac:picMkLst>
        </pc:picChg>
        <pc:picChg chg="del">
          <ac:chgData name="Edoardo Giuili" userId="7281f4df-3a81-4914-bca5-40c1f15b718d" providerId="ADAL" clId="{1E2E0DEC-7CD6-904F-A938-8CFDB8179320}" dt="2025-01-08T16:17:20.134" v="201" actId="478"/>
          <ac:picMkLst>
            <pc:docMk/>
            <pc:sldMk cId="2152123225" sldId="267"/>
            <ac:picMk id="6" creationId="{C71EBADF-B62D-2EE6-42C2-05F730320165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B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DC6813-6766-3B4B-B579-CEEF088F4387}" type="datetimeFigureOut">
              <a:rPr lang="en-BE" smtClean="0"/>
              <a:t>08/01/2025</a:t>
            </a:fld>
            <a:endParaRPr lang="en-B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B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77F291-3609-D846-89C9-5BC75C28FF62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6681823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https://</a:t>
            </a:r>
            <a:r>
              <a:rPr lang="en-GB" dirty="0" err="1"/>
              <a:t>biodatamining.biomedcentral.com</a:t>
            </a:r>
            <a:r>
              <a:rPr lang="en-GB" dirty="0"/>
              <a:t>/articles/10.1186/s13040-023-00322-4</a:t>
            </a:r>
          </a:p>
          <a:p>
            <a:r>
              <a:rPr lang="en-GB" dirty="0"/>
              <a:t>Rank fusion algorithm</a:t>
            </a:r>
            <a:endParaRPr lang="en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77F291-3609-D846-89C9-5BC75C28FF62}" type="slidenum">
              <a:rPr lang="en-BE" smtClean="0"/>
              <a:t>1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1950247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C2A96C-011B-F293-D4AC-0A6A4D9B73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EC21EA-13DC-674D-86D0-ED182F5934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BB6E08-3E6E-3D3D-446F-B728B20534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64A7D-D207-F94C-B48F-123C24554B4A}" type="datetimeFigureOut">
              <a:rPr lang="en-BE" smtClean="0"/>
              <a:t>08/01/2025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58409B-1655-8DBB-C38B-8B41AB8ADC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772B3F-0D34-8C49-B62B-055990444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C9D69-4401-F447-8E7A-FB04ED5A245E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7294992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D974BA-4537-DC13-C703-1D3B9D17AD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662B2E-CA07-494A-1D17-404B130A6D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C1995F-1EC8-29F2-D11F-5B2D9A9271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64A7D-D207-F94C-B48F-123C24554B4A}" type="datetimeFigureOut">
              <a:rPr lang="en-BE" smtClean="0"/>
              <a:t>08/01/2025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413694-57F7-D099-6041-4FC3EA544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B40578-AD7E-DFC6-BD2E-1C616AA5D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C9D69-4401-F447-8E7A-FB04ED5A245E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2151497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D9C097-F3CA-DACB-196D-5A1A08F678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259774-2188-549E-B251-EF163E15B9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24EFA0-AC99-F362-F784-5B498FE9F9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64A7D-D207-F94C-B48F-123C24554B4A}" type="datetimeFigureOut">
              <a:rPr lang="en-BE" smtClean="0"/>
              <a:t>08/01/2025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5FFDC7-4F1D-D825-A797-CEE2E0E02F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6CA1C0-5862-5D12-9627-1704B8987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C9D69-4401-F447-8E7A-FB04ED5A245E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1436743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75CF1-8828-9807-D3FC-F0CD6EA2E2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B3943C-0FD3-DC9E-7663-9433BB8D36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AE4BE4-94AE-CB4F-7469-629C87FA77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F4C7FA-805A-53D0-D696-C1B6D88C9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64A7D-D207-F94C-B48F-123C24554B4A}" type="datetimeFigureOut">
              <a:rPr lang="en-BE" smtClean="0"/>
              <a:t>08/01/2025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5377FD-A4EC-D0BB-5764-2B80678CD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B5527A-5A2E-B3BB-6603-C4AA9010C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C9D69-4401-F447-8E7A-FB04ED5A245E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6246203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BB7BC-490E-CBDC-947A-84ECAEA747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7D121A-92D3-BABB-1D78-2310AC86E9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BF57BA-8264-E4C3-3971-0C076E5508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3C97CC9-60FE-260F-5F3E-ACAC0F465E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5AA26E-8302-4555-3F24-5CB50DCC29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84D11A2-A219-B28F-7F04-CD3F5B7EE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64A7D-D207-F94C-B48F-123C24554B4A}" type="datetimeFigureOut">
              <a:rPr lang="en-BE" smtClean="0"/>
              <a:t>08/01/2025</a:t>
            </a:fld>
            <a:endParaRPr lang="en-B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138C00C-21C1-093F-41C7-680433611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F78BA57-F445-B41D-C769-1060517AB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C9D69-4401-F447-8E7A-FB04ED5A245E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8764404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B4727-839A-B12B-0D56-187740102C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894381-AD67-8E07-6071-10032C0ADA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64A7D-D207-F94C-B48F-123C24554B4A}" type="datetimeFigureOut">
              <a:rPr lang="en-BE" smtClean="0"/>
              <a:t>08/01/2025</a:t>
            </a:fld>
            <a:endParaRPr lang="en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B51FE2-2653-FBA9-7412-651A3F03E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02721D-20C2-1C70-C687-C0B0DB74A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C9D69-4401-F447-8E7A-FB04ED5A245E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2317999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5C52FEA-8DB1-1511-1F96-E7D8DE8D68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64A7D-D207-F94C-B48F-123C24554B4A}" type="datetimeFigureOut">
              <a:rPr lang="en-BE" smtClean="0"/>
              <a:t>08/01/2025</a:t>
            </a:fld>
            <a:endParaRPr lang="en-B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8081D75-70B0-F99F-8DBD-5DA9AA1E2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89BD0F-6ED9-1642-4905-C552C5E94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C9D69-4401-F447-8E7A-FB04ED5A245E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2869227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09B352-2FD5-CE9B-38A6-CCF270B12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A268EC-7355-284A-1C37-CB24AE7261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7D0D49-F07F-96BC-CA43-F26FF8875B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6E9369-B576-4B51-0731-597747625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64A7D-D207-F94C-B48F-123C24554B4A}" type="datetimeFigureOut">
              <a:rPr lang="en-BE" smtClean="0"/>
              <a:t>08/01/2025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D42CFD-5935-804F-616C-8BA6BEC9CB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42E97C-9B4B-D9E7-4ACD-534A90280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C9D69-4401-F447-8E7A-FB04ED5A245E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4915939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BC6DD-8267-6887-65CC-E9ECE3960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0D7F8F1-5F24-5EE9-1E49-C2FC6BA39E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DE2E2D-F870-5B42-8250-B2436B5B0C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5E480D-7D6B-5C1B-C91C-817C505E38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64A7D-D207-F94C-B48F-123C24554B4A}" type="datetimeFigureOut">
              <a:rPr lang="en-BE" smtClean="0"/>
              <a:t>08/01/2025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745A42-6CBD-B662-6FD2-200471A669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82F43-EFAA-C54D-5C0C-28A63645BC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C9D69-4401-F447-8E7A-FB04ED5A245E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9955916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A0D5C4-B10A-96A9-2CCD-C33767B637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6E9451-61E2-3FC3-836A-0D71C2B5F8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22B465-759E-CACB-A63B-9567C1093A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64A7D-D207-F94C-B48F-123C24554B4A}" type="datetimeFigureOut">
              <a:rPr lang="en-BE" smtClean="0"/>
              <a:t>08/01/2025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9688B1-C7E8-5831-914A-0CEE33FB5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7BD3C4-5636-6AF6-E23A-BC67AD98F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C9D69-4401-F447-8E7A-FB04ED5A245E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1194508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31A19CB-54EF-1191-4B22-99ADDB658AB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B7B8F9-0E18-521A-8038-B87AB84176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481B29-2FCF-D5D4-9481-9A6A550DDC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64A7D-D207-F94C-B48F-123C24554B4A}" type="datetimeFigureOut">
              <a:rPr lang="en-BE" smtClean="0"/>
              <a:t>08/01/2025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D229E0-4461-CAA4-441B-19A98D929F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2DE66F-119A-6455-3CAD-A4E842EF7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C9D69-4401-F447-8E7A-FB04ED5A245E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765847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AC24853-BDBB-9A6E-6A5C-5B3E06FB60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274FB1-EAEC-C2FC-9C45-5E27ABD651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19F72F-A6AC-F3CB-2B0B-79F6C8F03B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B64A7D-D207-F94C-B48F-123C24554B4A}" type="datetimeFigureOut">
              <a:rPr lang="en-BE" smtClean="0"/>
              <a:t>08/01/2025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DB3591-11A4-C65A-7EEB-C173A0DD95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777C10-F287-13A4-968D-63A52006B8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6C9D69-4401-F447-8E7A-FB04ED5A245E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2017309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CE637416-7E97-89D3-3086-FAC397CED9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1036" y="2229167"/>
            <a:ext cx="2857500" cy="1549400"/>
          </a:xfrm>
          <a:prstGeom prst="rect">
            <a:avLst/>
          </a:prstGeom>
        </p:spPr>
      </p:pic>
      <p:pic>
        <p:nvPicPr>
          <p:cNvPr id="9" name="Picture 8" descr="A mathematical equation with numbers and symbols&#10;&#10;Description automatically generated with medium confidence">
            <a:extLst>
              <a:ext uri="{FF2B5EF4-FFF2-40B4-BE49-F238E27FC236}">
                <a16:creationId xmlns:a16="http://schemas.microsoft.com/office/drawing/2014/main" id="{ED406206-04BE-D433-0E0A-CE4ED267EAA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0828" r="14204" b="47282"/>
          <a:stretch/>
        </p:blipFill>
        <p:spPr>
          <a:xfrm>
            <a:off x="1201036" y="333756"/>
            <a:ext cx="4115243" cy="182629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1780B2D-7CFE-ABB3-5398-6CA3035B1D27}"/>
              </a:ext>
            </a:extLst>
          </p:cNvPr>
          <p:cNvSpPr txBox="1"/>
          <p:nvPr/>
        </p:nvSpPr>
        <p:spPr>
          <a:xfrm>
            <a:off x="0" y="0"/>
            <a:ext cx="1125987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E" sz="3200" dirty="0">
                <a:latin typeface="Corbel" panose="020B0503020204020204" pitchFamily="34" charset="0"/>
              </a:rPr>
              <a:t>Metrics used for the evaluation of the benchmarking results</a:t>
            </a:r>
          </a:p>
        </p:txBody>
      </p:sp>
      <p:sp>
        <p:nvSpPr>
          <p:cNvPr id="14" name="Right Arrow 13">
            <a:extLst>
              <a:ext uri="{FF2B5EF4-FFF2-40B4-BE49-F238E27FC236}">
                <a16:creationId xmlns:a16="http://schemas.microsoft.com/office/drawing/2014/main" id="{A713B45D-D954-14D2-CEC3-D3008B9EEF0A}"/>
              </a:ext>
            </a:extLst>
          </p:cNvPr>
          <p:cNvSpPr/>
          <p:nvPr/>
        </p:nvSpPr>
        <p:spPr>
          <a:xfrm>
            <a:off x="6690390" y="976349"/>
            <a:ext cx="1733107" cy="457200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15" name="Right Arrow 14">
            <a:extLst>
              <a:ext uri="{FF2B5EF4-FFF2-40B4-BE49-F238E27FC236}">
                <a16:creationId xmlns:a16="http://schemas.microsoft.com/office/drawing/2014/main" id="{29BA0080-1838-1513-E2ED-0336FC48ED4E}"/>
              </a:ext>
            </a:extLst>
          </p:cNvPr>
          <p:cNvSpPr/>
          <p:nvPr/>
        </p:nvSpPr>
        <p:spPr>
          <a:xfrm>
            <a:off x="6690390" y="2681886"/>
            <a:ext cx="1733107" cy="457200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16" name="Right Arrow 15">
            <a:extLst>
              <a:ext uri="{FF2B5EF4-FFF2-40B4-BE49-F238E27FC236}">
                <a16:creationId xmlns:a16="http://schemas.microsoft.com/office/drawing/2014/main" id="{7532A344-605A-F0CA-C815-C2420A5B63C6}"/>
              </a:ext>
            </a:extLst>
          </p:cNvPr>
          <p:cNvSpPr/>
          <p:nvPr/>
        </p:nvSpPr>
        <p:spPr>
          <a:xfrm>
            <a:off x="6690390" y="4371474"/>
            <a:ext cx="1733107" cy="457200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9A71231-43D6-D5D5-C643-31E200C3B7E4}"/>
              </a:ext>
            </a:extLst>
          </p:cNvPr>
          <p:cNvSpPr txBox="1"/>
          <p:nvPr/>
        </p:nvSpPr>
        <p:spPr>
          <a:xfrm>
            <a:off x="8676167" y="974116"/>
            <a:ext cx="31791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E" sz="2400" dirty="0">
                <a:latin typeface="Calibri" panose="020F0502020204030204" pitchFamily="34" charset="0"/>
                <a:cs typeface="Calibri" panose="020F0502020204030204" pitchFamily="34" charset="0"/>
              </a:rPr>
              <a:t>For tumor fractions &gt; 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5BA39A2-58FA-DCED-293B-72111554B9DD}"/>
              </a:ext>
            </a:extLst>
          </p:cNvPr>
          <p:cNvSpPr txBox="1"/>
          <p:nvPr/>
        </p:nvSpPr>
        <p:spPr>
          <a:xfrm>
            <a:off x="8676167" y="2494987"/>
            <a:ext cx="327482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E" sz="2400" dirty="0">
                <a:latin typeface="Calibri" panose="020F0502020204030204" pitchFamily="34" charset="0"/>
                <a:cs typeface="Calibri" panose="020F0502020204030204" pitchFamily="34" charset="0"/>
              </a:rPr>
              <a:t>For all tumor fractions (including 0)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AB61ABE-FC77-0010-172F-209822692072}"/>
              </a:ext>
            </a:extLst>
          </p:cNvPr>
          <p:cNvSpPr txBox="1"/>
          <p:nvPr/>
        </p:nvSpPr>
        <p:spPr>
          <a:xfrm>
            <a:off x="8580473" y="3918921"/>
            <a:ext cx="359927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E" sz="2400" dirty="0">
                <a:latin typeface="Calibri" panose="020F0502020204030204" pitchFamily="34" charset="0"/>
                <a:cs typeface="Calibri" panose="020F0502020204030204" pitchFamily="34" charset="0"/>
              </a:rPr>
              <a:t>For tools classification performance (presence/absence of tumor)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CFC91D74-B8C6-0F83-7C1D-A42E3F58050A}"/>
                  </a:ext>
                </a:extLst>
              </p:cNvPr>
              <p:cNvSpPr txBox="1"/>
              <p:nvPr/>
            </p:nvSpPr>
            <p:spPr>
              <a:xfrm>
                <a:off x="2012138" y="5693396"/>
                <a:ext cx="8067527" cy="879408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𝑠𝑐𝑜𝑟𝑒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𝑛𝑜𝑟𝑚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𝐴𝑈𝐶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𝑛𝑜𝑟𝑚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 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&gt;0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𝑡𝑜𝑡</m:t>
                              </m:r>
                            </m:sub>
                          </m:sSub>
                        </m:den>
                      </m:f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𝑛𝑜𝑟𝑚𝑅𝑀𝑆𝐸</m:t>
                      </m:r>
                    </m:oMath>
                  </m:oMathPara>
                </a14:m>
                <a:endParaRPr lang="en-BE" sz="28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CFC91D74-B8C6-0F83-7C1D-A42E3F5805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2138" y="5693396"/>
                <a:ext cx="8067527" cy="879408"/>
              </a:xfrm>
              <a:prstGeom prst="rect">
                <a:avLst/>
              </a:prstGeom>
              <a:blipFill>
                <a:blip r:embed="rId5"/>
                <a:stretch>
                  <a:fillRect l="-157" r="-628" b="-8451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B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190D4C28-38A0-3063-9BB7-7032F8636564}"/>
              </a:ext>
            </a:extLst>
          </p:cNvPr>
          <p:cNvSpPr txBox="1"/>
          <p:nvPr/>
        </p:nvSpPr>
        <p:spPr>
          <a:xfrm>
            <a:off x="1366845" y="4381679"/>
            <a:ext cx="44893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E" sz="2800" b="1" dirty="0">
                <a:latin typeface="Calibri" panose="020F0502020204030204" pitchFamily="34" charset="0"/>
                <a:cs typeface="Calibri" panose="020F0502020204030204" pitchFamily="34" charset="0"/>
              </a:rPr>
              <a:t>AUC-ROC score (TPR vs FPR)</a:t>
            </a:r>
          </a:p>
        </p:txBody>
      </p:sp>
    </p:spTree>
    <p:extLst>
      <p:ext uri="{BB962C8B-B14F-4D97-AF65-F5344CB8AC3E}">
        <p14:creationId xmlns:p14="http://schemas.microsoft.com/office/powerpoint/2010/main" val="3642286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BEE13B3B-EE4F-69D8-C426-FE293AF6FEDC}"/>
              </a:ext>
            </a:extLst>
          </p:cNvPr>
          <p:cNvGrpSpPr/>
          <p:nvPr/>
        </p:nvGrpSpPr>
        <p:grpSpPr>
          <a:xfrm>
            <a:off x="2253928" y="926552"/>
            <a:ext cx="8071956" cy="5467895"/>
            <a:chOff x="2381250" y="87834"/>
            <a:chExt cx="8071956" cy="5467895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BB928D3B-5183-A930-EA08-99CEC714EA8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8427" b="18751"/>
            <a:stretch/>
          </p:blipFill>
          <p:spPr>
            <a:xfrm>
              <a:off x="2381250" y="566954"/>
              <a:ext cx="8071956" cy="4988775"/>
            </a:xfrm>
            <a:prstGeom prst="rect">
              <a:avLst/>
            </a:prstGeom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3C416B7-3B6D-2EC6-C124-557BC783EBF2}"/>
                </a:ext>
              </a:extLst>
            </p:cNvPr>
            <p:cNvSpPr/>
            <p:nvPr/>
          </p:nvSpPr>
          <p:spPr>
            <a:xfrm>
              <a:off x="4581832" y="87834"/>
              <a:ext cx="5060008" cy="255639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BE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Performance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B1169BD-BBCC-E4A6-B569-ABDB9AA56338}"/>
                </a:ext>
              </a:extLst>
            </p:cNvPr>
            <p:cNvSpPr/>
            <p:nvPr/>
          </p:nvSpPr>
          <p:spPr>
            <a:xfrm>
              <a:off x="5817300" y="374859"/>
              <a:ext cx="1150312" cy="255639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BE" sz="1400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Per DMR tool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8FBFFE7-2A32-D824-2513-CB20ADDABFD5}"/>
                </a:ext>
              </a:extLst>
            </p:cNvPr>
            <p:cNvSpPr/>
            <p:nvPr/>
          </p:nvSpPr>
          <p:spPr>
            <a:xfrm>
              <a:off x="4581832" y="374860"/>
              <a:ext cx="1150312" cy="255639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BE" sz="1400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Per metric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5E4876B-E2C4-CACE-3F8B-DC4C9F579E4A}"/>
                </a:ext>
              </a:extLst>
            </p:cNvPr>
            <p:cNvSpPr/>
            <p:nvPr/>
          </p:nvSpPr>
          <p:spPr>
            <a:xfrm>
              <a:off x="7052769" y="374860"/>
              <a:ext cx="1815927" cy="255639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BE" sz="1400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Per fraction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9156F0E1-0810-4211-7024-D92E89B812FE}"/>
              </a:ext>
            </a:extLst>
          </p:cNvPr>
          <p:cNvGrpSpPr/>
          <p:nvPr/>
        </p:nvGrpSpPr>
        <p:grpSpPr>
          <a:xfrm>
            <a:off x="1457791" y="849605"/>
            <a:ext cx="2381250" cy="1007722"/>
            <a:chOff x="4730586" y="5482804"/>
            <a:chExt cx="2381250" cy="1007722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0CF30E28-2DEB-B35F-A1E3-24534690AC7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88277" r="67031" b="4612"/>
            <a:stretch/>
          </p:blipFill>
          <p:spPr>
            <a:xfrm>
              <a:off x="4730586" y="5779210"/>
              <a:ext cx="2381250" cy="435935"/>
            </a:xfrm>
            <a:prstGeom prst="rect">
              <a:avLst/>
            </a:prstGeom>
            <a:noFill/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4CB1F748-172E-46F9-135D-A65694234E93}"/>
                </a:ext>
              </a:extLst>
            </p:cNvPr>
            <p:cNvSpPr txBox="1"/>
            <p:nvPr/>
          </p:nvSpPr>
          <p:spPr>
            <a:xfrm>
              <a:off x="5732144" y="5482804"/>
              <a:ext cx="9144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BE" sz="1800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Score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F59E4DB5-B0B9-A1A5-16A1-261C0CE33A98}"/>
                </a:ext>
              </a:extLst>
            </p:cNvPr>
            <p:cNvSpPr txBox="1"/>
            <p:nvPr/>
          </p:nvSpPr>
          <p:spPr>
            <a:xfrm>
              <a:off x="6626224" y="6121194"/>
              <a:ext cx="38624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BE" dirty="0"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  <a:endParaRPr lang="en-BE" sz="1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7593A38-257A-672D-B8F6-60E31BC2A3E3}"/>
                </a:ext>
              </a:extLst>
            </p:cNvPr>
            <p:cNvSpPr txBox="1"/>
            <p:nvPr/>
          </p:nvSpPr>
          <p:spPr>
            <a:xfrm>
              <a:off x="6278728" y="6115702"/>
              <a:ext cx="47968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BE" sz="1800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.8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B0ED4B2-5CD9-7C83-4690-0EC84E71FECD}"/>
                </a:ext>
              </a:extLst>
            </p:cNvPr>
            <p:cNvSpPr txBox="1"/>
            <p:nvPr/>
          </p:nvSpPr>
          <p:spPr>
            <a:xfrm>
              <a:off x="5931230" y="6104718"/>
              <a:ext cx="47968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BE" sz="1800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.6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27F36E24-3788-1E53-CAE7-2CAB95B15BD0}"/>
                </a:ext>
              </a:extLst>
            </p:cNvPr>
            <p:cNvSpPr txBox="1"/>
            <p:nvPr/>
          </p:nvSpPr>
          <p:spPr>
            <a:xfrm>
              <a:off x="5583732" y="6110210"/>
              <a:ext cx="47968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BE" sz="1800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.4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613EAD4-E234-5447-7811-363255419613}"/>
                </a:ext>
              </a:extLst>
            </p:cNvPr>
            <p:cNvSpPr txBox="1"/>
            <p:nvPr/>
          </p:nvSpPr>
          <p:spPr>
            <a:xfrm>
              <a:off x="5236234" y="6099226"/>
              <a:ext cx="47968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BE" sz="1800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.2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8AA962FD-B33F-0A12-8131-42B10C4261C0}"/>
                </a:ext>
              </a:extLst>
            </p:cNvPr>
            <p:cNvSpPr txBox="1"/>
            <p:nvPr/>
          </p:nvSpPr>
          <p:spPr>
            <a:xfrm>
              <a:off x="4915240" y="6100360"/>
              <a:ext cx="47968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BE" dirty="0">
                  <a:latin typeface="Calibri" panose="020F0502020204030204" pitchFamily="34" charset="0"/>
                  <a:cs typeface="Calibri" panose="020F0502020204030204" pitchFamily="34" charset="0"/>
                </a:rPr>
                <a:t>0</a:t>
              </a:r>
              <a:endParaRPr lang="en-BE" sz="1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6DB6D26F-B554-6855-C131-855D8A54FF6C}"/>
              </a:ext>
            </a:extLst>
          </p:cNvPr>
          <p:cNvSpPr txBox="1"/>
          <p:nvPr/>
        </p:nvSpPr>
        <p:spPr>
          <a:xfrm>
            <a:off x="81023" y="25674"/>
            <a:ext cx="1079917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E" sz="3200" b="1" dirty="0">
                <a:latin typeface="Calibri" panose="020F0502020204030204" pitchFamily="34" charset="0"/>
                <a:cs typeface="Calibri" panose="020F0502020204030204" pitchFamily="34" charset="0"/>
              </a:rPr>
              <a:t>Potential Figure 2 (after summary Figure 1)</a:t>
            </a:r>
          </a:p>
        </p:txBody>
      </p:sp>
    </p:spTree>
    <p:extLst>
      <p:ext uri="{BB962C8B-B14F-4D97-AF65-F5344CB8AC3E}">
        <p14:creationId xmlns:p14="http://schemas.microsoft.com/office/powerpoint/2010/main" val="4393559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CD3364-2B6F-3863-E917-235F15EA9C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DC723554-EF45-9F8A-B755-585886C192AD}"/>
              </a:ext>
            </a:extLst>
          </p:cNvPr>
          <p:cNvSpPr txBox="1"/>
          <p:nvPr/>
        </p:nvSpPr>
        <p:spPr>
          <a:xfrm>
            <a:off x="81023" y="25674"/>
            <a:ext cx="1079917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E" sz="3200" b="1" dirty="0">
                <a:latin typeface="Calibri" panose="020F0502020204030204" pitchFamily="34" charset="0"/>
                <a:cs typeface="Calibri" panose="020F0502020204030204" pitchFamily="34" charset="0"/>
              </a:rPr>
              <a:t>Potential Figure 3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FA1DADC-E637-BE1F-066A-34EE6766C66C}"/>
              </a:ext>
            </a:extLst>
          </p:cNvPr>
          <p:cNvGrpSpPr/>
          <p:nvPr/>
        </p:nvGrpSpPr>
        <p:grpSpPr>
          <a:xfrm>
            <a:off x="0" y="1890673"/>
            <a:ext cx="8404518" cy="3422107"/>
            <a:chOff x="0" y="1566582"/>
            <a:chExt cx="7933324" cy="2991971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49EB1E1C-1A47-1E3B-F5C8-63031C1B128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4712" b="4016"/>
            <a:stretch/>
          </p:blipFill>
          <p:spPr>
            <a:xfrm>
              <a:off x="0" y="1566582"/>
              <a:ext cx="4370744" cy="2991971"/>
            </a:xfrm>
            <a:prstGeom prst="rect">
              <a:avLst/>
            </a:prstGeom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26CA9BF7-62FF-114A-D7D0-EA97080AE96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2439" t="4712" b="4015"/>
            <a:stretch/>
          </p:blipFill>
          <p:spPr>
            <a:xfrm>
              <a:off x="3669175" y="1566582"/>
              <a:ext cx="4264149" cy="2991971"/>
            </a:xfrm>
            <a:prstGeom prst="rect">
              <a:avLst/>
            </a:prstGeom>
          </p:spPr>
        </p:pic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FCB94AFA-CC9A-1A64-F96D-9694540D0D44}"/>
              </a:ext>
            </a:extLst>
          </p:cNvPr>
          <p:cNvSpPr txBox="1"/>
          <p:nvPr/>
        </p:nvSpPr>
        <p:spPr>
          <a:xfrm>
            <a:off x="1853147" y="1252832"/>
            <a:ext cx="9240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E" sz="3200" b="1" dirty="0">
                <a:latin typeface="Calibri" panose="020F0502020204030204" pitchFamily="34" charset="0"/>
                <a:cs typeface="Calibri" panose="020F0502020204030204" pitchFamily="34" charset="0"/>
              </a:rPr>
              <a:t>SCC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4B07CF8-3D31-8FDD-CFA3-23209CF5B268}"/>
              </a:ext>
            </a:extLst>
          </p:cNvPr>
          <p:cNvSpPr txBox="1"/>
          <p:nvPr/>
        </p:nvSpPr>
        <p:spPr>
          <a:xfrm>
            <a:off x="5672212" y="1252832"/>
            <a:ext cx="12494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E" sz="3200" b="1" dirty="0">
                <a:latin typeface="Calibri" panose="020F0502020204030204" pitchFamily="34" charset="0"/>
                <a:cs typeface="Calibri" panose="020F0502020204030204" pitchFamily="34" charset="0"/>
              </a:rPr>
              <a:t>RMSE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115C567-75DB-5551-4DDE-073428818C0E}"/>
              </a:ext>
            </a:extLst>
          </p:cNvPr>
          <p:cNvSpPr txBox="1"/>
          <p:nvPr/>
        </p:nvSpPr>
        <p:spPr>
          <a:xfrm>
            <a:off x="9024321" y="1252831"/>
            <a:ext cx="21409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>
                <a:latin typeface="Calibri" panose="020F0502020204030204" pitchFamily="34" charset="0"/>
                <a:cs typeface="Calibri" panose="020F0502020204030204" pitchFamily="34" charset="0"/>
              </a:rPr>
              <a:t>M</a:t>
            </a:r>
            <a:r>
              <a:rPr lang="en-BE" sz="3200" b="1" dirty="0">
                <a:latin typeface="Calibri" panose="020F0502020204030204" pitchFamily="34" charset="0"/>
                <a:cs typeface="Calibri" panose="020F0502020204030204" pitchFamily="34" charset="0"/>
              </a:rPr>
              <a:t>ean AUC</a:t>
            </a:r>
          </a:p>
        </p:txBody>
      </p:sp>
      <p:pic>
        <p:nvPicPr>
          <p:cNvPr id="4" name="Picture 3" descr="A graph with different colored dots&#10;&#10;Description automatically generated">
            <a:extLst>
              <a:ext uri="{FF2B5EF4-FFF2-40B4-BE49-F238E27FC236}">
                <a16:creationId xmlns:a16="http://schemas.microsoft.com/office/drawing/2014/main" id="{8478AFE1-9E87-3A55-B9D3-730CAD9C00C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030" t="4600"/>
          <a:stretch/>
        </p:blipFill>
        <p:spPr>
          <a:xfrm>
            <a:off x="7655878" y="1866922"/>
            <a:ext cx="4547997" cy="3616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01210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7536E2-7AF9-9301-3320-C6DB3B1DC5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9F758F2B-859F-A121-A736-80E364ADEC43}"/>
              </a:ext>
            </a:extLst>
          </p:cNvPr>
          <p:cNvSpPr txBox="1"/>
          <p:nvPr/>
        </p:nvSpPr>
        <p:spPr>
          <a:xfrm>
            <a:off x="81023" y="25674"/>
            <a:ext cx="107991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E" sz="2000" b="1" dirty="0">
                <a:latin typeface="Calibri" panose="020F0502020204030204" pitchFamily="34" charset="0"/>
                <a:cs typeface="Calibri" panose="020F0502020204030204" pitchFamily="34" charset="0"/>
              </a:rPr>
              <a:t>Potential Figure 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D1590A1-BE00-6ED2-D110-1AF2A1701DF5}"/>
              </a:ext>
            </a:extLst>
          </p:cNvPr>
          <p:cNvSpPr txBox="1"/>
          <p:nvPr/>
        </p:nvSpPr>
        <p:spPr>
          <a:xfrm>
            <a:off x="1649786" y="920377"/>
            <a:ext cx="26600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>
                <a:latin typeface="Calibri" panose="020F0502020204030204" pitchFamily="34" charset="0"/>
                <a:cs typeface="Calibri" panose="020F0502020204030204" pitchFamily="34" charset="0"/>
              </a:rPr>
              <a:t>l</a:t>
            </a:r>
            <a:r>
              <a:rPr lang="en-BE" sz="3200" b="1" dirty="0">
                <a:latin typeface="Calibri" panose="020F0502020204030204" pitchFamily="34" charset="0"/>
                <a:cs typeface="Calibri" panose="020F0502020204030204" pitchFamily="34" charset="0"/>
              </a:rPr>
              <a:t>imma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04F0F87-B4FC-EBBA-C811-384D38DE864C}"/>
              </a:ext>
            </a:extLst>
          </p:cNvPr>
          <p:cNvSpPr txBox="1"/>
          <p:nvPr/>
        </p:nvSpPr>
        <p:spPr>
          <a:xfrm>
            <a:off x="4888210" y="863352"/>
            <a:ext cx="33254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err="1">
                <a:latin typeface="Calibri" panose="020F0502020204030204" pitchFamily="34" charset="0"/>
                <a:cs typeface="Calibri" panose="020F0502020204030204" pitchFamily="34" charset="0"/>
              </a:rPr>
              <a:t>wgbs_tools</a:t>
            </a:r>
            <a:endParaRPr lang="en-BE" sz="32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FEC930C-82BA-21E3-8BDB-1DE822D3BA57}"/>
              </a:ext>
            </a:extLst>
          </p:cNvPr>
          <p:cNvSpPr txBox="1"/>
          <p:nvPr/>
        </p:nvSpPr>
        <p:spPr>
          <a:xfrm>
            <a:off x="9108614" y="863351"/>
            <a:ext cx="33254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err="1">
                <a:latin typeface="Calibri" panose="020F0502020204030204" pitchFamily="34" charset="0"/>
                <a:cs typeface="Calibri" panose="020F0502020204030204" pitchFamily="34" charset="0"/>
              </a:rPr>
              <a:t>DMRfinder</a:t>
            </a:r>
            <a:endParaRPr lang="en-BE" sz="32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835D08BB-A81C-F277-023A-EA9D939B1B9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9388" t="34080" b="42857"/>
          <a:stretch/>
        </p:blipFill>
        <p:spPr>
          <a:xfrm>
            <a:off x="765204" y="5056110"/>
            <a:ext cx="972156" cy="1584507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454B85F4-AA71-7667-A239-709B65BC1C1F}"/>
              </a:ext>
            </a:extLst>
          </p:cNvPr>
          <p:cNvSpPr txBox="1"/>
          <p:nvPr/>
        </p:nvSpPr>
        <p:spPr>
          <a:xfrm>
            <a:off x="1737360" y="5607837"/>
            <a:ext cx="26600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latin typeface="Calibri" panose="020F0502020204030204" pitchFamily="34" charset="0"/>
                <a:cs typeface="Calibri" panose="020F0502020204030204" pitchFamily="34" charset="0"/>
              </a:rPr>
              <a:t>1-</a:t>
            </a:r>
            <a:r>
              <a:rPr lang="en-BE" sz="2000" b="1" dirty="0">
                <a:latin typeface="Calibri" panose="020F0502020204030204" pitchFamily="34" charset="0"/>
                <a:cs typeface="Calibri" panose="020F0502020204030204" pitchFamily="34" charset="0"/>
              </a:rPr>
              <a:t>RMSE</a:t>
            </a:r>
          </a:p>
        </p:txBody>
      </p:sp>
      <p:pic>
        <p:nvPicPr>
          <p:cNvPr id="3" name="Picture 2" descr="A chart of a graph&#10;&#10;Description automatically generated with medium confidence">
            <a:extLst>
              <a:ext uri="{FF2B5EF4-FFF2-40B4-BE49-F238E27FC236}">
                <a16:creationId xmlns:a16="http://schemas.microsoft.com/office/drawing/2014/main" id="{8E02ADD6-14D5-0839-74E2-E323BACD318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059" t="5898" r="11746"/>
          <a:stretch/>
        </p:blipFill>
        <p:spPr>
          <a:xfrm>
            <a:off x="8056099" y="1528902"/>
            <a:ext cx="3895528" cy="3268729"/>
          </a:xfrm>
          <a:prstGeom prst="rect">
            <a:avLst/>
          </a:prstGeom>
        </p:spPr>
      </p:pic>
      <p:pic>
        <p:nvPicPr>
          <p:cNvPr id="5" name="Picture 4" descr="A green and purple chart with white text&#10;&#10;Description automatically generated">
            <a:extLst>
              <a:ext uri="{FF2B5EF4-FFF2-40B4-BE49-F238E27FC236}">
                <a16:creationId xmlns:a16="http://schemas.microsoft.com/office/drawing/2014/main" id="{467BBE33-B72D-6572-AB9B-52471121DEC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5423" r="11490" b="5357"/>
          <a:stretch/>
        </p:blipFill>
        <p:spPr>
          <a:xfrm>
            <a:off x="81023" y="1505152"/>
            <a:ext cx="4079548" cy="3084183"/>
          </a:xfrm>
          <a:prstGeom prst="rect">
            <a:avLst/>
          </a:prstGeom>
        </p:spPr>
      </p:pic>
      <p:pic>
        <p:nvPicPr>
          <p:cNvPr id="7" name="Picture 6" descr="A screenshot of a graph&#10;&#10;Description automatically generated">
            <a:extLst>
              <a:ext uri="{FF2B5EF4-FFF2-40B4-BE49-F238E27FC236}">
                <a16:creationId xmlns:a16="http://schemas.microsoft.com/office/drawing/2014/main" id="{B96D51F3-5524-FC7D-8B76-893FA434E70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8189" t="5614" r="10343" b="4794"/>
          <a:stretch/>
        </p:blipFill>
        <p:spPr>
          <a:xfrm>
            <a:off x="4160571" y="1528902"/>
            <a:ext cx="3895528" cy="3084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90172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096F23-AD03-C09A-9FD8-C4A105D883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aph of different stages of tumor fractions&#10;&#10;Description automatically generated with medium confidence">
            <a:extLst>
              <a:ext uri="{FF2B5EF4-FFF2-40B4-BE49-F238E27FC236}">
                <a16:creationId xmlns:a16="http://schemas.microsoft.com/office/drawing/2014/main" id="{236B8F84-ABF9-3D84-A3A3-AF0443288F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994" y="709551"/>
            <a:ext cx="8000011" cy="6000008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A508D8DD-F963-1DB9-36D9-6063AEAB9463}"/>
              </a:ext>
            </a:extLst>
          </p:cNvPr>
          <p:cNvSpPr txBox="1"/>
          <p:nvPr/>
        </p:nvSpPr>
        <p:spPr>
          <a:xfrm>
            <a:off x="81023" y="25674"/>
            <a:ext cx="1079917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E" sz="3200" b="1" dirty="0">
                <a:latin typeface="Calibri" panose="020F0502020204030204" pitchFamily="34" charset="0"/>
                <a:cs typeface="Calibri" panose="020F0502020204030204" pitchFamily="34" charset="0"/>
              </a:rPr>
              <a:t>Potential Figure 5 (performance in classification, wgbstools)</a:t>
            </a:r>
          </a:p>
        </p:txBody>
      </p:sp>
      <p:sp>
        <p:nvSpPr>
          <p:cNvPr id="2" name="Doughnut 1">
            <a:extLst>
              <a:ext uri="{FF2B5EF4-FFF2-40B4-BE49-F238E27FC236}">
                <a16:creationId xmlns:a16="http://schemas.microsoft.com/office/drawing/2014/main" id="{8C431A4A-78A2-0CF1-F9B3-651F338E1A8D}"/>
              </a:ext>
            </a:extLst>
          </p:cNvPr>
          <p:cNvSpPr/>
          <p:nvPr/>
        </p:nvSpPr>
        <p:spPr>
          <a:xfrm>
            <a:off x="3039964" y="6247551"/>
            <a:ext cx="320634" cy="320634"/>
          </a:xfrm>
          <a:prstGeom prst="donut">
            <a:avLst>
              <a:gd name="adj" fmla="val 22583"/>
            </a:avLst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F01F89-0221-2BDA-8CBA-6A7FEB70E5D6}"/>
              </a:ext>
            </a:extLst>
          </p:cNvPr>
          <p:cNvSpPr txBox="1"/>
          <p:nvPr/>
        </p:nvSpPr>
        <p:spPr>
          <a:xfrm>
            <a:off x="3360598" y="6223202"/>
            <a:ext cx="7132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E" dirty="0"/>
              <a:t>AUC</a:t>
            </a:r>
          </a:p>
        </p:txBody>
      </p:sp>
    </p:spTree>
    <p:extLst>
      <p:ext uri="{BB962C8B-B14F-4D97-AF65-F5344CB8AC3E}">
        <p14:creationId xmlns:p14="http://schemas.microsoft.com/office/powerpoint/2010/main" val="30781284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2FF321-2C02-2250-DB3F-E6C8B21E8A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aph of different tumor fractions&#10;&#10;Description automatically generated">
            <a:extLst>
              <a:ext uri="{FF2B5EF4-FFF2-40B4-BE49-F238E27FC236}">
                <a16:creationId xmlns:a16="http://schemas.microsoft.com/office/drawing/2014/main" id="{4C46EC50-C976-9E70-5B27-6E88EF5278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8390" y="804552"/>
            <a:ext cx="7843180" cy="5882385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518EA403-FE94-728D-A184-6ADC1C46AEF8}"/>
              </a:ext>
            </a:extLst>
          </p:cNvPr>
          <p:cNvSpPr txBox="1"/>
          <p:nvPr/>
        </p:nvSpPr>
        <p:spPr>
          <a:xfrm>
            <a:off x="81023" y="25674"/>
            <a:ext cx="1079917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E" sz="3200" b="1" dirty="0">
                <a:latin typeface="Calibri" panose="020F0502020204030204" pitchFamily="34" charset="0"/>
                <a:cs typeface="Calibri" panose="020F0502020204030204" pitchFamily="34" charset="0"/>
              </a:rPr>
              <a:t>Potential Figure 5 (performance in classification, limma)</a:t>
            </a:r>
          </a:p>
        </p:txBody>
      </p:sp>
      <p:sp>
        <p:nvSpPr>
          <p:cNvPr id="2" name="Doughnut 1">
            <a:extLst>
              <a:ext uri="{FF2B5EF4-FFF2-40B4-BE49-F238E27FC236}">
                <a16:creationId xmlns:a16="http://schemas.microsoft.com/office/drawing/2014/main" id="{7DD55226-4954-809C-72C2-E86F2E623FF5}"/>
              </a:ext>
            </a:extLst>
          </p:cNvPr>
          <p:cNvSpPr/>
          <p:nvPr/>
        </p:nvSpPr>
        <p:spPr>
          <a:xfrm>
            <a:off x="3039964" y="6247551"/>
            <a:ext cx="320634" cy="320634"/>
          </a:xfrm>
          <a:prstGeom prst="donut">
            <a:avLst>
              <a:gd name="adj" fmla="val 22583"/>
            </a:avLst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5E5AC8-68AC-F731-1370-6A769F1749C9}"/>
              </a:ext>
            </a:extLst>
          </p:cNvPr>
          <p:cNvSpPr txBox="1"/>
          <p:nvPr/>
        </p:nvSpPr>
        <p:spPr>
          <a:xfrm>
            <a:off x="3360598" y="6223202"/>
            <a:ext cx="7132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E" dirty="0"/>
              <a:t>AUC</a:t>
            </a:r>
          </a:p>
        </p:txBody>
      </p:sp>
    </p:spTree>
    <p:extLst>
      <p:ext uri="{BB962C8B-B14F-4D97-AF65-F5344CB8AC3E}">
        <p14:creationId xmlns:p14="http://schemas.microsoft.com/office/powerpoint/2010/main" val="22906244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6E0760-F90C-3A15-0A6C-74431657C9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aph of different tumor fractions&#10;&#10;Description automatically generated">
            <a:extLst>
              <a:ext uri="{FF2B5EF4-FFF2-40B4-BE49-F238E27FC236}">
                <a16:creationId xmlns:a16="http://schemas.microsoft.com/office/drawing/2014/main" id="{2691DB99-5532-1A2C-F263-DA3A628F5C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7137" y="709551"/>
            <a:ext cx="8031677" cy="6023758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09AEADC8-E4B4-29A6-E1E6-900EDA3C9B10}"/>
              </a:ext>
            </a:extLst>
          </p:cNvPr>
          <p:cNvSpPr txBox="1"/>
          <p:nvPr/>
        </p:nvSpPr>
        <p:spPr>
          <a:xfrm>
            <a:off x="81023" y="25674"/>
            <a:ext cx="1079917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E" sz="3200" b="1" dirty="0">
                <a:latin typeface="Calibri" panose="020F0502020204030204" pitchFamily="34" charset="0"/>
                <a:cs typeface="Calibri" panose="020F0502020204030204" pitchFamily="34" charset="0"/>
              </a:rPr>
              <a:t>Potential Figure 5 (performance in classification, DMRfinder)</a:t>
            </a:r>
          </a:p>
        </p:txBody>
      </p:sp>
      <p:sp>
        <p:nvSpPr>
          <p:cNvPr id="2" name="Doughnut 1">
            <a:extLst>
              <a:ext uri="{FF2B5EF4-FFF2-40B4-BE49-F238E27FC236}">
                <a16:creationId xmlns:a16="http://schemas.microsoft.com/office/drawing/2014/main" id="{4C714672-B477-67DF-7BC9-25F84690951C}"/>
              </a:ext>
            </a:extLst>
          </p:cNvPr>
          <p:cNvSpPr/>
          <p:nvPr/>
        </p:nvSpPr>
        <p:spPr>
          <a:xfrm>
            <a:off x="3039964" y="6247551"/>
            <a:ext cx="320634" cy="320634"/>
          </a:xfrm>
          <a:prstGeom prst="donut">
            <a:avLst>
              <a:gd name="adj" fmla="val 22583"/>
            </a:avLst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3FFFD93-50F3-645B-C5E7-47BC3E665A4D}"/>
              </a:ext>
            </a:extLst>
          </p:cNvPr>
          <p:cNvSpPr txBox="1"/>
          <p:nvPr/>
        </p:nvSpPr>
        <p:spPr>
          <a:xfrm>
            <a:off x="3360598" y="6223202"/>
            <a:ext cx="7132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E" dirty="0"/>
              <a:t>AUC</a:t>
            </a:r>
          </a:p>
        </p:txBody>
      </p:sp>
    </p:spTree>
    <p:extLst>
      <p:ext uri="{BB962C8B-B14F-4D97-AF65-F5344CB8AC3E}">
        <p14:creationId xmlns:p14="http://schemas.microsoft.com/office/powerpoint/2010/main" val="21521232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8D26B1-E999-6FAB-4590-6EDFC8BDFF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27DBC7DE-681D-D44D-952B-283469A9CE64}"/>
              </a:ext>
            </a:extLst>
          </p:cNvPr>
          <p:cNvSpPr txBox="1"/>
          <p:nvPr/>
        </p:nvSpPr>
        <p:spPr>
          <a:xfrm>
            <a:off x="81023" y="25674"/>
            <a:ext cx="1079917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E" sz="3200" b="1" dirty="0">
                <a:latin typeface="Calibri" panose="020F0502020204030204" pitchFamily="34" charset="0"/>
                <a:cs typeface="Calibri" panose="020F0502020204030204" pitchFamily="34" charset="0"/>
              </a:rPr>
              <a:t>Potential Figure 6 (performances across the different datasets)</a:t>
            </a:r>
          </a:p>
        </p:txBody>
      </p:sp>
    </p:spTree>
    <p:extLst>
      <p:ext uri="{BB962C8B-B14F-4D97-AF65-F5344CB8AC3E}">
        <p14:creationId xmlns:p14="http://schemas.microsoft.com/office/powerpoint/2010/main" val="3248647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0145BF-20E5-4FDC-313B-9F0C6A9B91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C5E44AF3-071C-CB18-3894-E5F040191BDD}"/>
              </a:ext>
            </a:extLst>
          </p:cNvPr>
          <p:cNvSpPr txBox="1"/>
          <p:nvPr/>
        </p:nvSpPr>
        <p:spPr>
          <a:xfrm>
            <a:off x="81023" y="25674"/>
            <a:ext cx="1079917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E" sz="3200" b="1" dirty="0">
                <a:latin typeface="Calibri" panose="020F0502020204030204" pitchFamily="34" charset="0"/>
                <a:cs typeface="Calibri" panose="020F0502020204030204" pitchFamily="34" charset="0"/>
              </a:rPr>
              <a:t>Potential Figure 7 (robustness at lower sequencing depth)</a:t>
            </a:r>
          </a:p>
        </p:txBody>
      </p:sp>
    </p:spTree>
    <p:extLst>
      <p:ext uri="{BB962C8B-B14F-4D97-AF65-F5344CB8AC3E}">
        <p14:creationId xmlns:p14="http://schemas.microsoft.com/office/powerpoint/2010/main" val="23663601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5D17A4-40AE-89E7-2377-6CFF4423CC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5D9E39E2-C5B0-69F2-80CC-1C13E1874351}"/>
              </a:ext>
            </a:extLst>
          </p:cNvPr>
          <p:cNvSpPr txBox="1"/>
          <p:nvPr/>
        </p:nvSpPr>
        <p:spPr>
          <a:xfrm>
            <a:off x="81023" y="25674"/>
            <a:ext cx="1079917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E" sz="3200" b="1" dirty="0">
                <a:latin typeface="Calibri" panose="020F0502020204030204" pitchFamily="34" charset="0"/>
                <a:cs typeface="Calibri" panose="020F0502020204030204" pitchFamily="34" charset="0"/>
              </a:rPr>
              <a:t>Potential Figure 8: performance on our case study (in-vitro mixtures)</a:t>
            </a:r>
          </a:p>
        </p:txBody>
      </p:sp>
    </p:spTree>
    <p:extLst>
      <p:ext uri="{BB962C8B-B14F-4D97-AF65-F5344CB8AC3E}">
        <p14:creationId xmlns:p14="http://schemas.microsoft.com/office/powerpoint/2010/main" val="27355883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DA7D57-F791-99AC-EDF7-2B6216BE6F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4216B264-1B01-A5BF-6B2E-201DD5CF03C5}"/>
              </a:ext>
            </a:extLst>
          </p:cNvPr>
          <p:cNvSpPr txBox="1"/>
          <p:nvPr/>
        </p:nvSpPr>
        <p:spPr>
          <a:xfrm>
            <a:off x="81023" y="25674"/>
            <a:ext cx="1079917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E" sz="3200" b="1" dirty="0">
                <a:latin typeface="Calibri" panose="020F0502020204030204" pitchFamily="34" charset="0"/>
                <a:cs typeface="Calibri" panose="020F0502020204030204" pitchFamily="34" charset="0"/>
              </a:rPr>
              <a:t>Potential Figure 8 (scalability of the tools: time, RAM, CPUs)</a:t>
            </a:r>
          </a:p>
        </p:txBody>
      </p:sp>
    </p:spTree>
    <p:extLst>
      <p:ext uri="{BB962C8B-B14F-4D97-AF65-F5344CB8AC3E}">
        <p14:creationId xmlns:p14="http://schemas.microsoft.com/office/powerpoint/2010/main" val="26082440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725F5D-C81C-B45D-589B-6ECE552F03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3CF04CBC-EFA2-8925-9772-70CC1C0B1E33}"/>
              </a:ext>
            </a:extLst>
          </p:cNvPr>
          <p:cNvSpPr txBox="1"/>
          <p:nvPr/>
        </p:nvSpPr>
        <p:spPr>
          <a:xfrm>
            <a:off x="81023" y="25674"/>
            <a:ext cx="107991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E" sz="4000" b="1" dirty="0">
                <a:latin typeface="Calibri" panose="020F0502020204030204" pitchFamily="34" charset="0"/>
                <a:cs typeface="Calibri" panose="020F0502020204030204" pitchFamily="34" charset="0"/>
              </a:rPr>
              <a:t>Questions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24B2F4B-D69D-07C6-7C91-6CB3709C31FA}"/>
              </a:ext>
            </a:extLst>
          </p:cNvPr>
          <p:cNvSpPr txBox="1"/>
          <p:nvPr/>
        </p:nvSpPr>
        <p:spPr>
          <a:xfrm>
            <a:off x="233423" y="1555461"/>
            <a:ext cx="11572754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E" sz="2800" b="1" dirty="0">
                <a:latin typeface="Calibri" panose="020F0502020204030204" pitchFamily="34" charset="0"/>
                <a:cs typeface="Calibri" panose="020F0502020204030204" pitchFamily="34" charset="0"/>
              </a:rPr>
              <a:t>How do we want to perform in-silico mixtures of public datasets?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BE" sz="2800" dirty="0">
                <a:latin typeface="Calibri" panose="020F0502020204030204" pitchFamily="34" charset="0"/>
                <a:cs typeface="Calibri" panose="020F0502020204030204" pitchFamily="34" charset="0"/>
              </a:rPr>
              <a:t>Do we take fixed tumor fractions with replicates?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BE" sz="2800" dirty="0">
                <a:latin typeface="Calibri" panose="020F0502020204030204" pitchFamily="34" charset="0"/>
                <a:cs typeface="Calibri" panose="020F0502020204030204" pitchFamily="34" charset="0"/>
              </a:rPr>
              <a:t>Do we take fixed tumor fractions with replicates sampled from a normal distribution? (e.g. we fix 1%, then we sample replicates from a normal distribution with mean 1% and sd +/- 0.01)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BE" sz="2800" dirty="0">
                <a:latin typeface="Calibri" panose="020F0502020204030204" pitchFamily="34" charset="0"/>
                <a:cs typeface="Calibri" panose="020F0502020204030204" pitchFamily="34" charset="0"/>
              </a:rPr>
              <a:t>Do we sample tumor fractions from a uniform distribution without replicates? (in this case we would better simulate the actual samples but without replicates can be complicated to assess robustness etc) </a:t>
            </a:r>
          </a:p>
        </p:txBody>
      </p:sp>
    </p:spTree>
    <p:extLst>
      <p:ext uri="{BB962C8B-B14F-4D97-AF65-F5344CB8AC3E}">
        <p14:creationId xmlns:p14="http://schemas.microsoft.com/office/powerpoint/2010/main" val="20135035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320</TotalTime>
  <Words>292</Words>
  <Application>Microsoft Macintosh PowerPoint</Application>
  <PresentationFormat>Widescreen</PresentationFormat>
  <Paragraphs>45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Aptos</vt:lpstr>
      <vt:lpstr>Aptos Display</vt:lpstr>
      <vt:lpstr>Arial</vt:lpstr>
      <vt:lpstr>Calibri</vt:lpstr>
      <vt:lpstr>Cambria Math</vt:lpstr>
      <vt:lpstr>Corbel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Edoardo Giuili</dc:creator>
  <cp:lastModifiedBy>Edoardo Giuili</cp:lastModifiedBy>
  <cp:revision>6</cp:revision>
  <dcterms:created xsi:type="dcterms:W3CDTF">2024-12-18T07:05:31Z</dcterms:created>
  <dcterms:modified xsi:type="dcterms:W3CDTF">2025-01-08T16:18:27Z</dcterms:modified>
</cp:coreProperties>
</file>